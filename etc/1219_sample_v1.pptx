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49" r:id="rId10"/>
    <p:sldId id="317" r:id="rId11"/>
    <p:sldId id="350" r:id="rId12"/>
    <p:sldId id="344" r:id="rId13"/>
    <p:sldId id="34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4" autoAdjust="0"/>
    <p:restoredTop sz="95958" autoAdjust="0"/>
  </p:normalViewPr>
  <p:slideViewPr>
    <p:cSldViewPr>
      <p:cViewPr varScale="1">
        <p:scale>
          <a:sx n="147" d="100"/>
          <a:sy n="147" d="100"/>
        </p:scale>
        <p:origin x="942" y="10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가는안상수체" pitchFamily="2" charset="-127"/>
                <a:ea typeface="가는안상수체" pitchFamily="2" charset="-127"/>
              </a:rPr>
              <a:t>2026</a:t>
            </a:r>
            <a:r>
              <a:rPr lang="ko-KR" altLang="en-US" sz="1200" dirty="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01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06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화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09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40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서론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참조사례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전처리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개념정의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활용데이터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자료 정제 및 병합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결론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몇 </a:t>
              </a:r>
              <a:endParaRPr lang="en-US" altLang="ko-KR" sz="1200">
                <a:solidFill>
                  <a:srgbClr val="3F3F48"/>
                </a:solidFill>
                <a:latin typeface="+mn-ea"/>
              </a:endParaRP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Anacomda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92" y="86430"/>
            <a:ext cx="42862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>
                <a:solidFill>
                  <a:srgbClr val="756B5F"/>
                </a:solidFill>
              </a:rPr>
              <a:t>웹서비스의 작업분할구조도 및 순차다이어그램</a:t>
            </a:r>
            <a:endParaRPr lang="ko-KR" altLang="en-US" sz="135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44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 err="1">
                <a:solidFill>
                  <a:srgbClr val="756B5F"/>
                </a:solidFill>
              </a:rPr>
              <a:t>메인페이지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57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56B5F"/>
                </a:solidFill>
              </a:rPr>
              <a:t>11. 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>
                <a:solidFill>
                  <a:srgbClr val="756B5F"/>
                </a:solidFill>
              </a:rPr>
              <a:t>관리자</a:t>
            </a:r>
            <a:r>
              <a:rPr lang="en-US" altLang="ko-KR" b="1" dirty="0">
                <a:solidFill>
                  <a:srgbClr val="756B5F"/>
                </a:solidFill>
              </a:rPr>
              <a:t>(</a:t>
            </a:r>
            <a:r>
              <a:rPr lang="ko-KR" altLang="en-US" b="1" dirty="0">
                <a:solidFill>
                  <a:srgbClr val="756B5F"/>
                </a:solidFill>
              </a:rPr>
              <a:t>사서</a:t>
            </a:r>
            <a:r>
              <a:rPr lang="en-US" altLang="ko-KR" b="1" dirty="0">
                <a:solidFill>
                  <a:srgbClr val="756B5F"/>
                </a:solidFill>
              </a:rPr>
              <a:t>) </a:t>
            </a:r>
            <a:r>
              <a:rPr lang="ko-KR" altLang="en-US" b="1" dirty="0">
                <a:solidFill>
                  <a:srgbClr val="756B5F"/>
                </a:solidFill>
              </a:rPr>
              <a:t>등록 및 삭제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792088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LAS</a:t>
            </a:r>
            <a:r>
              <a:rPr lang="en-US" altLang="ko-KR" sz="2800" b="1" baseline="30000" dirty="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5529</TotalTime>
  <Words>803</Words>
  <Application>Microsoft Office PowerPoint</Application>
  <PresentationFormat>화면 슬라이드 쇼(16:9)</PresentationFormat>
  <Paragraphs>206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가는안상수체</vt:lpstr>
      <vt:lpstr>맑은 고딕</vt:lpstr>
      <vt:lpstr>한컴 윤고딕 230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taper4444@gmail.com</cp:lastModifiedBy>
  <cp:revision>420</cp:revision>
  <dcterms:created xsi:type="dcterms:W3CDTF">2016-06-22T05:17:17Z</dcterms:created>
  <dcterms:modified xsi:type="dcterms:W3CDTF">2025-12-19T02:29:15Z</dcterms:modified>
</cp:coreProperties>
</file>